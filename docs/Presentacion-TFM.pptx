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6" r:id="rId21"/>
    <p:sldId id="277" r:id="rId22"/>
    <p:sldId id="278" r:id="rId2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5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21860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y contexto: aplicación desarrollada para GE&amp;PE Ingeniería.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Hoja de ruta de la defensa: cuatro bloques.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 bloque: por qué existe este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proceso en Excel: un archivo por cliente, cálculo manual, riesgo de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Una aplicación web que centraliza expedientes, calcula y compara.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Segundo bloque: metodología, stack, arquitectura y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Desarrollo iterativo validando cada fase contra los Excel reales de la ingeniería.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Stack sin dependencias de front: Django y CSS propio.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Arquitectura en capas: navegador, Django, dominio, ORM y base de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Entidades principales y parámetros regulados versionados.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Tercer bloque: recorrido por la aplicación.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funcionalidades clave.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corazón del proyecto: reproduce la factura al céntimo.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Comparativo en pantalla: mejor oferta destacada, ahorro y gráfico.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tipo panel, filtros, desglose por técnico y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Sistema de diseño con la marca GE&amp;PE en variables CSS.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Último bloque: calidad, despliegue y conclusiones.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31 tests, verificación al céntimo y parámetros versionados.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 repositorio a producción con blueprint reproducible.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Qué aporta el proyecto y hacia dónde sigue.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Fuentes normativas, técnicas y de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y turno de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</Words>
  <Application>Microsoft Office PowerPoint</Application>
  <PresentationFormat>Personalizado</PresentationFormat>
  <Paragraphs>44</Paragraphs>
  <Slides>22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4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Noelia Librero</cp:lastModifiedBy>
  <cp:revision>2</cp:revision>
  <dcterms:created xsi:type="dcterms:W3CDTF">2026-08-22T12:20:27Z</dcterms:created>
  <dcterms:modified xsi:type="dcterms:W3CDTF">2026-08-22T12:28:35Z</dcterms:modified>
</cp:coreProperties>
</file>